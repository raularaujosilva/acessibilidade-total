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Atendimento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prazo para resposta é de 30 dias. O recurso suspende esse prazo, mas não garante a aprovação.</a:t>
            </a:r>
          </a:p>
          <a:p>
            <a:r>
              <a:t>Foram recebidas 60 solicitações: 24 do grupo A e 36 do grupo B. A contagem é descritiva e não demonstra a causa da diferença.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Distribuição das solicitações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2743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609600">
                <a:tc>
                  <a:txBody>
                    <a:bodyPr/>
                    <a:lstStyle/>
                    <a:p>
                      <a:r>
                        <a:t>Grupo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Solicitações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Grupo A: 24; grupo B: 36 solicitaçõ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280160"/>
            <a:ext cx="4572000" cy="167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