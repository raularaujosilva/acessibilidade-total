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oficina oferece 20 vagas e exige inscrição até 15 de outubro. A participação é gratuita, exceto o transporte.</a:t>
            </a:r>
          </a:p>
          <a:p>
            <a:r>
              <a:t>O resultado preliminar indica 80% de conclusão entre 10 participantes. Esse resultado não pode ser generalizado para toda a turma.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das solicitações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r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Solicitações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Grupo A: 24; grupo B: 36 solicitaçõ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45720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