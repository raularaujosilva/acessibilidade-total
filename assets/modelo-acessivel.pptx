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4000" y="1512000"/>
            <a:ext cx="7396800" cy="1224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4000" y="2952000"/>
            <a:ext cx="7396800" cy="3096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ilete de acento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4000" y="1152000"/>
            <a:ext cx="3608400" cy="10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Faixa estética do rodapé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000" y="1512000"/>
            <a:ext cx="11185200" cy="4752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ilete de acento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4000" y="1368000"/>
            <a:ext cx="17142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Faixa estética do rodapé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2376000"/>
            <a:ext cx="9291000" cy="1224000"/>
          </a:xfrm>
        </p:spPr>
        <p:txBody>
          <a:bodyPr anchor="t"/>
          <a:lstStyle>
            <a:lvl1pPr algn="l">
              <a:defRPr sz="4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4000" y="3672000"/>
            <a:ext cx="9291000" cy="86400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ilete de acento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4000" y="2016000"/>
            <a:ext cx="2661300" cy="10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Faixa estética do rodapé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4000" y="1512000"/>
            <a:ext cx="5502600" cy="475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6600" y="1512000"/>
            <a:ext cx="5502600" cy="475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ilete de acento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4000" y="1368000"/>
            <a:ext cx="17142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Faixa estética do rodapé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4000" y="1512000"/>
            <a:ext cx="5502600" cy="540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4000" y="2124000"/>
            <a:ext cx="5502600" cy="4140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6600" y="1512000"/>
            <a:ext cx="5502600" cy="540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6600" y="2124000"/>
            <a:ext cx="5502600" cy="4140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Filete de acento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4000" y="1368000"/>
            <a:ext cx="17142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1" name="Faixa estética do rodapé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ítulo e área liv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ilete de acento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4000" y="1368000"/>
            <a:ext cx="17142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7" name="Faixa estética do rodapé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Destaq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000" y="1512000"/>
            <a:ext cx="6449700" cy="475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33700" y="1512000"/>
            <a:ext cx="4555500" cy="475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ilete de acento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4000" y="1368000"/>
            <a:ext cx="17142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Faixa estética do rodapé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igur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04000" y="1512000"/>
            <a:ext cx="6449700" cy="475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33700" y="1512000"/>
            <a:ext cx="4555500" cy="475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ilete de acento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4000" y="1368000"/>
            <a:ext cx="17142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Faixa estética do rodapé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artõ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4000" y="1512000"/>
            <a:ext cx="2661300" cy="2664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ilete de acento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4000" y="1368000"/>
            <a:ext cx="17142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Faixa estética do rodapé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Cartão 2"/>
          <p:cNvSpPr>
            <a:spLocks noGrp="1"/>
          </p:cNvSpPr>
          <p:nvPr>
            <p:ph type="body" orient="vert" idx="2"/>
          </p:nvPr>
        </p:nvSpPr>
        <p:spPr>
          <a:xfrm>
            <a:off x="3345300" y="1512000"/>
            <a:ext cx="2661300" cy="2664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" name="Cartão 3"/>
          <p:cNvSpPr>
            <a:spLocks noGrp="1"/>
          </p:cNvSpPr>
          <p:nvPr>
            <p:ph type="body" orient="vert" idx="3"/>
          </p:nvPr>
        </p:nvSpPr>
        <p:spPr>
          <a:xfrm>
            <a:off x="6186600" y="1512000"/>
            <a:ext cx="2661300" cy="2664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1" name="Cartão 4"/>
          <p:cNvSpPr>
            <a:spLocks noGrp="1"/>
          </p:cNvSpPr>
          <p:nvPr>
            <p:ph type="body" orient="vert" idx="4"/>
          </p:nvPr>
        </p:nvSpPr>
        <p:spPr>
          <a:xfrm>
            <a:off x="9027900" y="1512000"/>
            <a:ext cx="2661300" cy="2664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04000" y="2016000"/>
            <a:ext cx="9291000" cy="2304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4000" y="4536000"/>
            <a:ext cx="9291000" cy="864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ilete de acento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4000" y="1656000"/>
            <a:ext cx="1714200" cy="10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Faixa estética do rodapé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3400" kern="1200">
          <a:solidFill>
            <a:schemeClr val="tx1"/>
          </a:solidFill>
          <a:latin typeface="Calibri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Calibri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Calibri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Calibri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Calibri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Calibri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lnSpc>
          <a:spcPct val="150000"/>
        </a:lnSpc>
        <a:defRPr sz="1800" kern="1200">
          <a:solidFill>
            <a:schemeClr val="tx1"/>
          </a:solidFill>
          <a:latin typeface="Calibri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1A1A1A"/>
      </a:dk1>
      <a:lt1>
        <a:srgbClr val="FAF7F2"/>
      </a:lt1>
      <a:dk2>
        <a:srgbClr val="333333"/>
      </a:dk2>
      <a:lt2>
        <a:srgbClr val="FFFFFF"/>
      </a:lt2>
      <a:accent1>
        <a:srgbClr val="0072B2"/>
      </a:accent1>
      <a:accent2>
        <a:srgbClr val="986900"/>
      </a:accent2>
      <a:accent3>
        <a:srgbClr val="00825E"/>
      </a:accent3>
      <a:accent4>
        <a:srgbClr val="9D5D81"/>
      </a:accent4>
      <a:accent5>
        <a:srgbClr val="BB5300"/>
      </a:accent5>
      <a:accent6>
        <a:srgbClr val="717171"/>
      </a:accent6>
      <a:hlink>
        <a:srgbClr val="0072B2"/>
      </a:hlink>
      <a:folHlink>
        <a:srgbClr val="9D5D8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