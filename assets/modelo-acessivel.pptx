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4000" y="1512000"/>
            <a:ext cx="7396800" cy="1224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4000" y="2952000"/>
            <a:ext cx="7396800" cy="3096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ilete de acento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4000" y="1152000"/>
            <a:ext cx="3608400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Faixa estética do rodapé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504000"/>
            <a:ext cx="11185200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12000"/>
            <a:ext cx="11185200" cy="475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ilete de acento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4000" y="1368000"/>
            <a:ext cx="17142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Faixa estética do rodapé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376000"/>
            <a:ext cx="9291000" cy="1224000"/>
          </a:xfrm>
        </p:spPr>
        <p:txBody>
          <a:bodyPr anchor="t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3672000"/>
            <a:ext cx="9291000" cy="86400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ilete de acento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4000" y="2016000"/>
            <a:ext cx="2661300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Faixa estética do rodapé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com janela de Libr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504000"/>
            <a:ext cx="7396800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512000"/>
            <a:ext cx="7396800" cy="475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ilete de acento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4000" y="1368000"/>
            <a:ext cx="17142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Faixa estética do rodapé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504000"/>
            <a:ext cx="11185200" cy="792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512000"/>
            <a:ext cx="55026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00" y="2124000"/>
            <a:ext cx="5502600" cy="414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6600" y="1512000"/>
            <a:ext cx="55026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6600" y="2124000"/>
            <a:ext cx="5502600" cy="414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ilete de acento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4000" y="1368000"/>
            <a:ext cx="17142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Faixa estética do rodapé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ítulo e área liv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504000"/>
            <a:ext cx="11185200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ilete de acento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4000" y="1368000"/>
            <a:ext cx="17142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Faixa estética do rodapé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504000"/>
            <a:ext cx="11185200" cy="7920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12000"/>
            <a:ext cx="6449700" cy="475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33700" y="1512000"/>
            <a:ext cx="4555500" cy="475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ilete de acento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4000" y="1368000"/>
            <a:ext cx="17142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Faixa estética do rodapé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igur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504000"/>
            <a:ext cx="11185200" cy="7920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4000" y="1512000"/>
            <a:ext cx="6449700" cy="475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33700" y="1512000"/>
            <a:ext cx="4555500" cy="475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ilete de acento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4000" y="1368000"/>
            <a:ext cx="17142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Faixa estética do rodapé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artõ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504000"/>
            <a:ext cx="11185200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000" y="1512000"/>
            <a:ext cx="2661300" cy="266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ilete de acento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4000" y="1368000"/>
            <a:ext cx="17142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Faixa estética do rodapé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Cartão 2"/>
          <p:cNvSpPr>
            <a:spLocks noGrp="1"/>
          </p:cNvSpPr>
          <p:nvPr>
            <p:ph type="body" orient="vert" idx="2"/>
          </p:nvPr>
        </p:nvSpPr>
        <p:spPr>
          <a:xfrm>
            <a:off x="3345300" y="1512000"/>
            <a:ext cx="2661300" cy="266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artão 3"/>
          <p:cNvSpPr>
            <a:spLocks noGrp="1"/>
          </p:cNvSpPr>
          <p:nvPr>
            <p:ph type="body" orient="vert" idx="3"/>
          </p:nvPr>
        </p:nvSpPr>
        <p:spPr>
          <a:xfrm>
            <a:off x="6186600" y="1512000"/>
            <a:ext cx="2661300" cy="266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artão 4"/>
          <p:cNvSpPr>
            <a:spLocks noGrp="1"/>
          </p:cNvSpPr>
          <p:nvPr>
            <p:ph type="body" orient="vert" idx="4"/>
          </p:nvPr>
        </p:nvSpPr>
        <p:spPr>
          <a:xfrm>
            <a:off x="9027900" y="1512000"/>
            <a:ext cx="2661300" cy="266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4000" y="2016000"/>
            <a:ext cx="9291000" cy="2304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000" y="4536000"/>
            <a:ext cx="9291000" cy="86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ilete de acento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504000" y="1656000"/>
            <a:ext cx="1714200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Faixa estética do rodapé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400" kern="1200">
          <a:solidFill>
            <a:schemeClr val="tx1"/>
          </a:solidFill>
          <a:latin typeface="Calibri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"/>
          <a:ea typeface="+mn-ea"/>
          <a:cs typeface="+mn-cs"/>
        </a:defRPr>
      </a:lvl1pPr>
      <a:lvl2pPr marL="742950" indent="-28575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"/>
          <a:ea typeface="+mn-ea"/>
          <a:cs typeface="+mn-cs"/>
        </a:defRPr>
      </a:lvl2pPr>
      <a:lvl3pPr marL="1143000" indent="-22860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Calibri"/>
          <a:ea typeface="+mn-ea"/>
          <a:cs typeface="+mn-cs"/>
        </a:defRPr>
      </a:lvl3pPr>
      <a:lvl4pPr marL="1600200" indent="-22860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Calibri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Calibri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lnSpc>
          <a:spcPct val="150000"/>
        </a:lnSpc>
        <a:defRPr sz="1800" kern="1200">
          <a:solidFill>
            <a:schemeClr val="tx1"/>
          </a:solidFill>
          <a:latin typeface="Calibri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AF7F2"/>
      </a:lt1>
      <a:dk2>
        <a:srgbClr val="333333"/>
      </a:dk2>
      <a:lt2>
        <a:srgbClr val="FFFFFF"/>
      </a:lt2>
      <a:accent1>
        <a:srgbClr val="0072B2"/>
      </a:accent1>
      <a:accent2>
        <a:srgbClr val="986900"/>
      </a:accent2>
      <a:accent3>
        <a:srgbClr val="00825E"/>
      </a:accent3>
      <a:accent4>
        <a:srgbClr val="9D5D81"/>
      </a:accent4>
      <a:accent5>
        <a:srgbClr val="BB5300"/>
      </a:accent5>
      <a:accent6>
        <a:srgbClr val="717171"/>
      </a:accent6>
      <a:hlink>
        <a:srgbClr val="0072B2"/>
      </a:hlink>
      <a:folHlink>
        <a:srgbClr val="9D5D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