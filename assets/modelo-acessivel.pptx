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4000" y="2232000"/>
            <a:ext cx="7396800" cy="1656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4000" y="4032000"/>
            <a:ext cx="7396800" cy="1584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000" y="1512000"/>
            <a:ext cx="11185200" cy="4752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2376000"/>
            <a:ext cx="9291000" cy="1224000"/>
          </a:xfrm>
        </p:spPr>
        <p:txBody>
          <a:bodyPr anchor="t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4000" y="3672000"/>
            <a:ext cx="9291000" cy="86400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4000" y="1512000"/>
            <a:ext cx="5502600" cy="475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6600" y="1512000"/>
            <a:ext cx="5502600" cy="475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4000" y="1512000"/>
            <a:ext cx="5502600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4000" y="2124000"/>
            <a:ext cx="5502600" cy="414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6600" y="1512000"/>
            <a:ext cx="5502600" cy="540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6600" y="2124000"/>
            <a:ext cx="5502600" cy="414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ítulo e área liv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Destaq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000" y="1512000"/>
            <a:ext cx="6449700" cy="475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33700" y="1512000"/>
            <a:ext cx="4555500" cy="475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igur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04000" y="1512000"/>
            <a:ext cx="6449700" cy="475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33700" y="1512000"/>
            <a:ext cx="4555500" cy="475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artõ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000" y="504000"/>
            <a:ext cx="11185200" cy="792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40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artão 2"/>
          <p:cNvSpPr>
            <a:spLocks noGrp="1"/>
          </p:cNvSpPr>
          <p:nvPr>
            <p:ph type="body" orient="vert" idx="2"/>
          </p:nvPr>
        </p:nvSpPr>
        <p:spPr>
          <a:xfrm>
            <a:off x="33453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8" name="Cartão 3"/>
          <p:cNvSpPr>
            <a:spLocks noGrp="1"/>
          </p:cNvSpPr>
          <p:nvPr>
            <p:ph type="body" orient="vert" idx="3"/>
          </p:nvPr>
        </p:nvSpPr>
        <p:spPr>
          <a:xfrm>
            <a:off x="61866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9" name="Cartão 4"/>
          <p:cNvSpPr>
            <a:spLocks noGrp="1"/>
          </p:cNvSpPr>
          <p:nvPr>
            <p:ph type="body" orient="vert" idx="4"/>
          </p:nvPr>
        </p:nvSpPr>
        <p:spPr>
          <a:xfrm>
            <a:off x="9027900" y="1512000"/>
            <a:ext cx="2661300" cy="26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04000" y="2016000"/>
            <a:ext cx="9291000" cy="2304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4000" y="4536000"/>
            <a:ext cx="9291000" cy="864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3400" kern="1200">
          <a:solidFill>
            <a:schemeClr val="tx1"/>
          </a:solidFill>
          <a:latin typeface="Calibri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Calibri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Calibri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Calibri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lnSpc>
          <a:spcPct val="150000"/>
        </a:lnSpc>
        <a:defRPr sz="1800" kern="1200">
          <a:solidFill>
            <a:schemeClr val="tx1"/>
          </a:solidFill>
          <a:latin typeface="Calibri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1A1A1A"/>
      </a:dk1>
      <a:lt1>
        <a:srgbClr val="FAF7F2"/>
      </a:lt1>
      <a:dk2>
        <a:srgbClr val="333333"/>
      </a:dk2>
      <a:lt2>
        <a:srgbClr val="FFFFFF"/>
      </a:lt2>
      <a:accent1>
        <a:srgbClr val="0072B2"/>
      </a:accent1>
      <a:accent2>
        <a:srgbClr val="986900"/>
      </a:accent2>
      <a:accent3>
        <a:srgbClr val="00825E"/>
      </a:accent3>
      <a:accent4>
        <a:srgbClr val="9D5D81"/>
      </a:accent4>
      <a:accent5>
        <a:srgbClr val="BB5300"/>
      </a:accent5>
      <a:accent6>
        <a:srgbClr val="717171"/>
      </a:accent6>
      <a:hlink>
        <a:srgbClr val="0072B2"/>
      </a:hlink>
      <a:folHlink>
        <a:srgbClr val="9D5D8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